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E796-476E-12DF-D332-FFA831B6E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E9240-18FD-C6A1-E3F9-674B7C958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840EC-53A2-E1FA-8256-EAB49DE4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3A74-2230-C3A1-7FEB-60403D8C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979CC-0FFF-0DC5-897D-3F1950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C721-172A-9E00-1C7D-8232CD9D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B32F-575A-0ADA-CA7B-BC98EEFD3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8C49E-00D1-19D6-5E72-74105C87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003BA-8EF3-DCA6-DBDA-A17084C2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B810C-20BB-485D-71B5-ABDCA92E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4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A376-1601-55CE-41D2-9FA00A5A9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7684F-6B80-036E-8DB1-52271781B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1007D-104C-7502-0427-685C7686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84D8C-BCBF-F39D-91CF-0D1129E0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2235F-9744-0060-E4ED-9B4E7E88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BAFB-3753-2008-D757-F5FABC581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9AB6C-2885-2CFD-80AA-6A83FF42F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37FA9-A888-5463-1E89-1A7B4BC1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93CA-C449-2078-0B6D-333DD2983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3E7B0-3B4E-9D8F-9A7E-99FCD37E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27AD3-2FD0-C760-E0E0-3F0849EB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EA56-7D12-7D6E-C837-110EC659B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C0D3F-DE2C-F128-E6AE-8B4D424C3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0CB93-E85D-5B38-B6B1-A22FB1E9B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536420-FE92-8051-9BF9-67E1CB835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D3DBE-3D95-11B3-D357-C506406C7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2637C-FB46-8DA8-ACF3-D5D1B650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004D8-88DC-13DA-6FFA-7FBA8214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795EA-6523-1703-49D8-163116B1E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9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70FC-B30B-85C9-0473-523654A5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A8BFE-075B-9729-3E88-8A81C189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14424-FE36-239F-AA77-249066A8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6666A-D948-4A0B-F039-A33DB9EB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2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F43A1-113F-F5E0-00D6-86FADC69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0BC5D-02A3-6427-77C4-A3CADCE1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960C0-CE2F-6F0A-7388-31846E444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0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D0E6-01D0-5071-9251-B1F1363B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70D42-6D1F-7D84-8F97-2B53C7675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AA53A-1A69-0875-FD2E-D5E62E309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1062-FFA0-4FA7-BA3E-07C78D89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D6139-EA20-639F-6BE6-BB67B5C9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46EA5-FF86-03A3-885D-537E0E96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6B87-755D-02A2-8771-026B9E5E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69ACF-5053-27FD-21A7-8B0AB6C90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F6050-E6C5-0480-FCBC-01671BFC8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8ED2D-2DA8-DA38-79BF-BD71BA27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CAA9F-04DB-7D17-FCED-289EFE6A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1649B-1DC8-015F-2345-031EA0F8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8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43C1-188D-D68D-39F8-87726FE4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E0682-B093-E408-F5CB-BCAA7E398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020D5-89B3-E82F-9A99-4564BA80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9333F-CC2D-A40C-8471-E6871D6E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55B49-D779-1EE7-EBAF-A43902B3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8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BBE2C-A9EA-A7B9-D139-0316FEA3B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E05B1-5A93-99C0-8A7B-F0DACBFE0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F752-5FCF-C71B-FCCE-5BE3E5E3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1DB4C-DC30-64EA-E469-ABED8A03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AD2C8-875E-2DF1-513D-80808C41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3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8EC4F2-9471-C3C7-2359-D5C5BE1E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339C1-C687-3FB0-AF19-9308D8A72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EE635-1C6A-D80C-195F-2344E0B2E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E5ACC-486E-488C-9455-C48500C76C50}" type="datetimeFigureOut">
              <a:rPr lang="en-US" smtClean="0"/>
              <a:t>19-May-22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946C5-E651-A66F-C7F0-4F56CB34D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47919-C765-2613-3BFD-E56202409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3F18A-0B67-47E1-840F-C84262ECA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F177-1F04-80B7-A425-2CE084A35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Git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96B6-CE41-70CD-FE21-4775E7AB3E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8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Git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</dc:title>
  <dc:creator>Depanshu Sahu</dc:creator>
  <cp:lastModifiedBy>Depanshu Sahu</cp:lastModifiedBy>
  <cp:revision>1</cp:revision>
  <dcterms:created xsi:type="dcterms:W3CDTF">2022-05-19T06:02:30Z</dcterms:created>
  <dcterms:modified xsi:type="dcterms:W3CDTF">2022-05-19T06:02:36Z</dcterms:modified>
</cp:coreProperties>
</file>